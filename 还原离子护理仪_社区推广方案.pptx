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还原离子护理仪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6600"/>
                </a:solidFill>
              </a:defRPr>
            </a:pPr>
            <a:r>
              <a:t>社区健康驿站推广方案</a:t>
            </a:r>
            <a:br/>
            <a:br/>
            <a:r>
              <a:t>医疗级品质 · 社区普惠价 · 健康送到家门口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【产品】还原离子护理仪（国家三类医疗器械认证）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【技术】离子/电子护理技术，改善血液循环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【适应症】56类疾病调理方案（肩颈、睡眠、疲劳等）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【愿景】让医疗级康复设备走进社区，普惠百姓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市场机会分析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【老龄化加速】中国60岁以上人口超2.8亿，康复需求激增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【医院痛点】康复科排队久、价格高（80-150元/次）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【社区空白】家门口缺乏专业、可信赖的康复服务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【信任危机】市面保健设备良莠不齐，百姓需要医疗级保障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核心优势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✅ 医疗级认证：三类医疗器械注册证，效果有保障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✅ 价格亲民：仅为医院的1/3-1/5（20-30元/次）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✅ 便捷可达：社区内步行可达，无需排队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✅ 数据可视：体验前后指标对比，效果看得见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目标客户画像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【核心用户】50-70岁中老年慢性病患者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颈肩腰腿痛、失眠、高血压等亚健康状态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月退休金3000-6000元，注重性价比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【潜力用户】30-45岁久坐白领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颈椎疲劳、睡眠障碍、体检指标异常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追求便捷、愿意尝试科技健康产品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推广策略：四步走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第一步：信任建立（医疗器械证展示+义诊活动）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第二步：体验引流（9.9元/3次体验卡，低门槛尝试）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第三步：效果转化（数据对比+用户证言+疗程推荐）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第四步：口碑裂变（老带新奖励+社区社群运营）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渠道布局策略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【主力渠道】社区健康驿站（自营/加盟）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独立门店或社区底商，50-80㎡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【合作渠道】社区药店、老年活动中心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设备入驻，分成合作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【拓展渠道】小区物业、企业园区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作为业主/员工福利增值服务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定价与套餐设计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体验卡：     9.9元  / 3次   （引流，限7天）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单次：       30元   / 次     （灵活）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周卡：       99元   / 7次    （约14元/次）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月卡：       299元  / 不限次 （高粘性）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家庭卡：     399元  / 3人共享（裂变）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💡 对比医院：医院80-150元/次，我们仅为1/3-1/5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运营SOP：每日流程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09:00 开店准备：设备检查、环境消毒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09:30 早市引流：门口免费测血压、健康咨询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10:00-12:00 预约服务：按预约时间提供调理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14:00-17:00 下午场：社区推广+体验转化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19:00-21:00 晚高峰：上班族下班后时段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21:30 关店：数据整理、次日预约确认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营销活动日历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周一：会员日（会员专属折扣）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周三：义诊日（免费测血压、健康咨询）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周五：讲座日（健康科普+产品体验）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周末：亲子日（家庭套餐推广）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月度：老带新活动（推荐有礼）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季度：社区健康节（大型义诊+抽奖）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话术要点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【信任建立】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"我们这是国家批准的三类医疗器械，跟医院康复科同级别的技术，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但价格只有医院的三分之一，就是想让老百姓都能用得起。"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【效果展示】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"体验前测血压，体验后再测一次，数据说话，效果不好不收钱。"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【性价比】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"去医院做一次康复要100多，还排队。在我们这30块，下楼就到。"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试点计划（3个月）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【选址】2-3个二三线城市成熟社区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【投入】单店约5万（设备+装修+首批物料）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【目标】日服务15人次，月流水1.5万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【关键指标】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进店转化率 ＞ 30%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用户复购率 ＞ 40%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老带新比例 ＞ 20%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扩张路线图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Phase 1（0-3月）：试点验证，打磨SOP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Phase 2（3-6月）：区域复制，发展加盟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Phase 3（6-12月）：品牌升级，全国拓展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【3年目标】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覆盖100个城市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开设1000家社区健康驿站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    · 服务100万家庭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风险控制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【合规风险】严格在医疗器械注册证范围内宣传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【效果风险】建立用户健康档案，数据追踪效果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【竞争风险】医疗器械证形成壁垒，先发优势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【资金风险】小额收费，不依赖大额预充值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【口碑风险】严格培训店员，统一服务标准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让医疗级康复服务普惠每一个社区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6600"/>
                </a:solidFill>
              </a:defRPr>
            </a:pPr>
            <a:r>
              <a:t>医疗级品质 · 社区普惠价 · 健康送到家门口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